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What encourages you to buy again from the same company?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Pt>
            <c:idx val="3"/>
            <c:bubble3D val="0"/>
            <c:spPr>
              <a:solidFill>
                <a:srgbClr val="5C7285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Discounts</c:v>
                </c:pt>
                <c:pt idx="1">
                  <c:v>Rewards</c:v>
                </c:pt>
                <c:pt idx="2">
                  <c:v>Product satisfaction</c:v>
                </c:pt>
                <c:pt idx="3">
                  <c:v>Good services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33.3</c:v>
                </c:pt>
                <c:pt idx="1">
                  <c:v>40</c:v>
                </c:pt>
                <c:pt idx="2">
                  <c:v>20</c:v>
                </c:pt>
                <c:pt idx="3">
                  <c:v>6.7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 loyalty programs influence your repeat purchases?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Sometimes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 personalized messages/offers from brands attract you?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Maybe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46.7</c:v>
                </c:pt>
                <c:pt idx="1">
                  <c:v>46.7</c:v>
                </c:pt>
                <c:pt idx="2">
                  <c:v>6.7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Which retention strategy works best on you?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Pt>
            <c:idx val="3"/>
            <c:bubble3D val="0"/>
            <c:spPr>
              <a:solidFill>
                <a:srgbClr val="5C7285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Cashback</c:v>
                </c:pt>
                <c:pt idx="1">
                  <c:v>Exclusive offers</c:v>
                </c:pt>
                <c:pt idx="2">
                  <c:v>Membership benefits</c:v>
                </c:pt>
                <c:pt idx="3">
                  <c:v>Fast support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6.7</c:v>
                </c:pt>
                <c:pt idx="1">
                  <c:v>26.7</c:v>
                </c:pt>
                <c:pt idx="2">
                  <c:v>53.3</c:v>
                </c:pt>
                <c:pt idx="3">
                  <c:v>13.3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Have you ever continued a subscription because of special offers?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53.3</c:v>
                </c:pt>
                <c:pt idx="1">
                  <c:v>46.7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What makes you stop buying from a brand?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Pt>
            <c:idx val="3"/>
            <c:bubble3D val="0"/>
            <c:spPr>
              <a:solidFill>
                <a:srgbClr val="5C7285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High price</c:v>
                </c:pt>
                <c:pt idx="1">
                  <c:v>Bad service</c:v>
                </c:pt>
                <c:pt idx="2">
                  <c:v>Poor Quality</c:v>
                </c:pt>
                <c:pt idx="3">
                  <c:v>Better competitor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13.3</c:v>
                </c:pt>
                <c:pt idx="1">
                  <c:v>26.7</c:v>
                </c:pt>
                <c:pt idx="2">
                  <c:v>46.7</c:v>
                </c:pt>
                <c:pt idx="3">
                  <c:v>13.3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How often do you purchase products from the same brand again?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Pt>
            <c:idx val="3"/>
            <c:bubble3D val="0"/>
            <c:spPr>
              <a:solidFill>
                <a:srgbClr val="5C7285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Always</c:v>
                </c:pt>
                <c:pt idx="1">
                  <c:v>Sometimes</c:v>
                </c:pt>
                <c:pt idx="2">
                  <c:v>Never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45.5</c:v>
                </c:pt>
                <c:pt idx="1">
                  <c:v>36.4</c:v>
                </c:pt>
                <c:pt idx="2">
                  <c:v>13.6</c:v>
                </c:pt>
                <c:pt idx="3">
                  <c:v>4.5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Does emotional connection with a brand influence your buying decisions?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Sometimes</c:v>
                </c:pt>
                <c:pt idx="2">
                  <c:v>No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59.1</c:v>
                </c:pt>
                <c:pt idx="1">
                  <c:v>22.7</c:v>
                </c:pt>
                <c:pt idx="2">
                  <c:v>18.2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Would you prefer a trusted brand even if it is slightly expensive?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Depends on product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27.3</c:v>
                </c:pt>
                <c:pt idx="1">
                  <c:v>31.8</c:v>
                </c:pt>
                <c:pt idx="2">
                  <c:v>40.9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What factor increases your loyalty towards a brand?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Discount and offer</c:v>
                </c:pt>
                <c:pt idx="1">
                  <c:v>Personalized services</c:v>
                </c:pt>
                <c:pt idx="2">
                  <c:v>High product quality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22.7</c:v>
                </c:pt>
                <c:pt idx="1">
                  <c:v>13.6</c:v>
                </c:pt>
                <c:pt idx="2">
                  <c:v>63.7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How likely are you to recommend your favourite brand to others?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Very likely</c:v>
                </c:pt>
                <c:pt idx="1">
                  <c:v>Neutral</c:v>
                </c:pt>
                <c:pt idx="2">
                  <c:v>Likely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54.5</c:v>
                </c:pt>
                <c:pt idx="1">
                  <c:v>27.3</c:v>
                </c:pt>
                <c:pt idx="2">
                  <c:v>18.2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What makes you stop buying from a brand?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Pt>
            <c:idx val="3"/>
            <c:bubble3D val="0"/>
            <c:spPr>
              <a:solidFill>
                <a:srgbClr val="5C7285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Bad Experience</c:v>
                </c:pt>
                <c:pt idx="1">
                  <c:v>Poor Quality</c:v>
                </c:pt>
                <c:pt idx="2">
                  <c:v>High price</c:v>
                </c:pt>
                <c:pt idx="3">
                  <c:v>Lack of trust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40.9</c:v>
                </c:pt>
                <c:pt idx="1">
                  <c:v>27.3</c:v>
                </c:pt>
                <c:pt idx="2">
                  <c:v>18.2</c:v>
                </c:pt>
                <c:pt idx="3">
                  <c:v>13.6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How do you usually discover new brands/products?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Pt>
            <c:idx val="3"/>
            <c:bubble3D val="0"/>
            <c:spPr>
              <a:solidFill>
                <a:srgbClr val="5C7285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Social media</c:v>
                </c:pt>
                <c:pt idx="1">
                  <c:v>Friends</c:v>
                </c:pt>
                <c:pt idx="2">
                  <c:v>Advertisement</c:v>
                </c:pt>
                <c:pt idx="3">
                  <c:v>Influencers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56.5</c:v>
                </c:pt>
                <c:pt idx="1">
                  <c:v>21.7</c:v>
                </c:pt>
                <c:pt idx="2">
                  <c:v>13</c:v>
                </c:pt>
                <c:pt idx="3">
                  <c:v>8.7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What builds trust in a new brand?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Reviews</c:v>
                </c:pt>
                <c:pt idx="1">
                  <c:v>Websites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60.9</c:v>
                </c:pt>
                <c:pt idx="1">
                  <c:v>21.7</c:v>
                </c:pt>
                <c:pt idx="2">
                  <c:v>17.4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Are free trials helpful in converting you into a customer?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Depends on product</c:v>
                </c:pt>
                <c:pt idx="2">
                  <c:v>No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43.5</c:v>
                </c:pt>
                <c:pt idx="1">
                  <c:v>34.8</c:v>
                </c:pt>
                <c:pt idx="2">
                  <c:v>21.7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F6B3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234A24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SATVIFY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ANALYTICS INTERNSHIP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Brand Loyalty &amp; Retention — Survey Research and FAQ Development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219456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72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Diveshika Yadav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Analytics Intern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1, 2026 – August 29, 2026   |   Satvify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COMPANY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Satvify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20624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is an organization committed to delivering value-driven products and services with a strong focus on quality, trust, and customer-centricity.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832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strengthen customer communication and understand consumer behaviour, the company invests in research initiatives such as customer surveys and knowledge-base (FAQ) development for its official website.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2103120"/>
            <a:ext cx="2926080" cy="2926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0" y="210312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9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Role, Duration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Analytics Intern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194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 1 – Aug 29, 2026)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194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Loyalty &amp; Customer Retention Research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1480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conduct surveys to understand drivers of brand loyalty and retention.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responses and visualize findings using pie charts.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data and highlight the most significant trend per question.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FAQs for Satvify's official website to inform customers about its services.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Responsibilities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55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conducted two structured surveys (Customer Retention &amp; Brand Loyalty) using Google Forms.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4688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and reviewed survey responses from 15–23 respondents per survey.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273552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1821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raw response data into pie chart visualizations for every survey question.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986784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86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89534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each chart to identify the highest-scoring response and wrote data-backed interpretations.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700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608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all chart interpretations into a structured internal report.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413248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413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3218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Frequently Asked Questions (FAQs) for the Satvify website to clarify company services for customers.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2550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questionnaires circulated via Google Forms to gather first-hand consumer insights.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25502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survey question converted into a pie chart to represent response distribution clearly.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25502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918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highest-scoring response option in each chart was identified and explained in writing.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1: </a:t>
            </a:r>
            <a:pPr indent="0" marL="0">
              <a:buNone/>
            </a:pPr>
            <a:r>
              <a:rPr lang="en-US" sz="1400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Survey — 15 respondents, 6 questions      </a:t>
            </a:r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2: </a:t>
            </a:r>
            <a:pPr indent="0" marL="0">
              <a:buNone/>
            </a:pPr>
            <a:r>
              <a:rPr lang="en-US" sz="1400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Loyalty Survey — 22–23 respondents, 9 questions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468880"/>
            <a:ext cx="5486400" cy="5486400"/>
          </a:xfrm>
          <a:prstGeom prst="ellipse">
            <a:avLst/>
          </a:prstGeom>
          <a:solidFill>
            <a:srgbClr val="2F6B30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 Survey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Respondents  •  6 Questions  •  Understanding what keeps customers coming back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What encourages you to buy again from the same company?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responses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(40%) are the top driver of repeat purchases.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Do loyalty programs influence your repeat purchases?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responses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08076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608076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26364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is evenly split — Yes, No and Sometimes tied at 33.3% each.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Do personalized messages/offers from brands attract you?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responses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and No are tied at 46.7% — personalization has a polarizing effect.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Which retention strategy works best on you?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responses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08076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608076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26364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benefits (53.3%) are the most effective retention lever.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Have you ever continued a subscription because of special offers?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responses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majority (53.3%) have continued a subscription due to special offers.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What makes you stop buying from a brand?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responses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08076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608076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26364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quality (46.7%) is the top reason customers stop buying.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468880"/>
            <a:ext cx="5486400" cy="5486400"/>
          </a:xfrm>
          <a:prstGeom prst="ellipse">
            <a:avLst/>
          </a:prstGeom>
          <a:solidFill>
            <a:srgbClr val="2F6B30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Loyalty Survey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22–23 Respondents  •  9 Questions  •  Exploring trust, emotion &amp; discovery in brand loyalty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How often do you purchase products from the same brand again?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responses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(45.5%) always repurchase from the same brand.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Does emotional connection with a brand influence your buying decisions?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responses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08076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608076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26364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majority (59.1%) confirm emotional connection drives buying.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Would you prefer a trusted brand even if it is slightly expensive?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responses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40.9%, the trade-off between trust and price depends on the product.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What factor increases your loyalty towards a brand?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responses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08076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608076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26364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product quality (63.6%) is by far the strongest loyalty driver.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How likely are you to recommend your favourite brand to others?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responses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(54.5%) are very likely to recommend their favourite brand.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What makes you stop buying from a brand?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responses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08076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608076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26364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experience (40.9%) is the leading cause of brand abandonment.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How do you usually discover new brands/products?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responses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(56.5%) is the dominant brand discovery channel.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457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What builds trust in a new brand?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960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responses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080760" y="128016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425196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608076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263640" y="434340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(60.9%) are the most important trust-building factor.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91840" y="4572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Are free trials helpful in converting you into a customer?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responses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91840" y="128016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291840" y="4251960"/>
            <a:ext cx="5486400" cy="1691640"/>
          </a:xfrm>
          <a:prstGeom prst="roundRect">
            <a:avLst>
              <a:gd name="adj" fmla="val 3243"/>
            </a:avLst>
          </a:prstGeom>
          <a:solidFill>
            <a:srgbClr val="F7F7F5"/>
          </a:solidFill>
          <a:ln/>
        </p:spPr>
      </p:sp>
      <p:sp>
        <p:nvSpPr>
          <p:cNvPr id="6" name="Shape 3"/>
          <p:cNvSpPr/>
          <p:nvPr/>
        </p:nvSpPr>
        <p:spPr>
          <a:xfrm>
            <a:off x="3291840" y="4251960"/>
            <a:ext cx="54864" cy="1691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474720" y="4343400"/>
            <a:ext cx="5166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trials help convert 43.5% of prospective customers.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DEVELOPMENT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 Development for the Website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Frequently Asked Questions (FAQs) was prepared for Satvify's official website to help customers clearly understand the services the company provides.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743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common customer queries and information gaps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337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clear, concise, customer-friendly answers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31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content for direct use on the website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5262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drafts based on reviewer feedback before final submission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406640" y="16002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9260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Satvify customers quickly find clear answers about the company's services — reducing repetitive queries and improving trust.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5502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640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01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Membership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317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Rewards, membership benefits, and special offers are the strongest levers for repeat purchases.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55025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600200"/>
            <a:ext cx="3611880" cy="640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0288" y="1801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Over Price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3317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quality and bad experiences drive customers away more than pricing does.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55025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1600200"/>
            <a:ext cx="3611880" cy="640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30768" y="1801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Connection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23317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majority of customers say emotional connection influences their buying decisions.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55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77640"/>
            <a:ext cx="3611880" cy="640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4178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Wins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7091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product quality is the single biggest driver of brand loyalty.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55025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3977640"/>
            <a:ext cx="3611880" cy="640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90288" y="4178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47091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and reviews are now the leading channels for brand discovery and trust.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255025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3977640"/>
            <a:ext cx="3611880" cy="640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30768" y="4178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Trials Convert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30768" y="47091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trials meaningfully help convert prospective customers.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93392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288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structured survey questionnaires for primary research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6700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using pie charts to communicate findings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675888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1129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quantitative data into actionable written insights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51713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525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customer-facing content aligned with brand goals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7F7F5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1937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research documentation and reporting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Satvify — Research &amp; Analytics Internship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F6B3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572000" cy="4572000"/>
          </a:xfrm>
          <a:prstGeom prst="ellipse">
            <a:avLst/>
          </a:prstGeom>
          <a:solidFill>
            <a:srgbClr val="234A24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E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provided hands-on exposure to research and analytics in a real business context. Survey design, data visualization, and interpretation revealed clear drivers of brand loyalty — product quality, rewards, emotional connection, and trust — while the FAQ project translated research into direct customer value.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20116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663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577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Diveshika Yadav  |  Research and Analytics Intern  |  Satvify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2026-09-10T05:43:52Z</dcterms:created>
  <dcterms:modified xsi:type="dcterms:W3CDTF">2026-09-10T05:43:52Z</dcterms:modified>
</cp:coreProperties>
</file>